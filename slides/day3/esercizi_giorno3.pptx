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9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170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GIORNO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058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Esercitazione sul</a:t>
            </a:r>
            <a:endParaRPr lang="en-US" sz="5600" dirty="0"/>
          </a:p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Supervisor Multi-Agent</a:t>
            </a:r>
            <a:endParaRPr lang="en-US" sz="5600" dirty="0"/>
          </a:p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MCP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4754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esercizi a difficoltà crescente per estendere il supervisor LangGraph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il lab MCP con nuovi tool, stato avanzato e observability.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di partenza: supervisor.py  ·  mcp_lab.py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800" dirty="0"/>
          </a:p>
        </p:txBody>
      </p:sp>
      <p:sp>
        <p:nvSpPr>
          <p:cNvPr id="4" name="Shape 2"/>
          <p:cNvSpPr/>
          <p:nvPr/>
        </p:nvSpPr>
        <p:spPr>
          <a:xfrm>
            <a:off x="10515600" y="502920"/>
            <a:ext cx="100584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502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50292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Nuovo campo AgentState: routing_log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0" y="2011680"/>
            <a:ext cx="18288" cy="40233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54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supervisor.py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SUGGERIMENTI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377440"/>
            <a:ext cx="3200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Capire come TypedDict + Annotated definiscono lo stato condiviso in LangGraph: la differenza tra un campo scalare e un campo con reducer append-only.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Praticare il pattern delta: i nodi devono restituire solo i nuovi elementi, non una copia completa dello stato.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 il percorso decisionale del supervisor visibile e ispezionabile nel summary CLI.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2377440"/>
            <a:ext cx="7315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Aggiungere routing_log: Annotated[List[str], lambda old, new: list(old) + list(new)] ad AgentState.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supervisor_node, appendere una stringa human-readable per ogni decisione di routing, ad es. "Supervisor→knowledge: ticket citato, SLA mancante (knowledge_attempts=0)".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Stampare il routing_log nel riepilogo di cmd_manual e cmd_graph, subito dopo ROUTE COMPACT.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5102352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Usare il pattern lambda old, new: list(old) + list(new), identico a handoffs e traces.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Restituire {"routing_log": ["nuova riga"]} come delta dal nodo, non l'intero stato.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Verificare che il log cresca correttamente lanciando: python supervisor.py manual "INC-1002" --fast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Esercitazione Giorno 3 — Supervisor &amp; MCP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8800" dirty="0"/>
          </a:p>
        </p:txBody>
      </p:sp>
      <p:sp>
        <p:nvSpPr>
          <p:cNvPr id="4" name="Shape 2"/>
          <p:cNvSpPr/>
          <p:nvPr/>
        </p:nvSpPr>
        <p:spPr>
          <a:xfrm>
            <a:off x="10515600" y="502920"/>
            <a:ext cx="100584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502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50292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Nuovo tool per ActionAgent: action_notify_owner_tool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0" y="2011680"/>
            <a:ext cx="18288" cy="40233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54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supervisor.py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SUGGERIMENTI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377440"/>
            <a:ext cx="3200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Praticare l'estensione del tool registry rispettando il principio del minimo privilegio: solo l'ActionAgent ottiene il nuovo tool.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Capire perché la docstring del @tool è la "scheda prodotto" che il modello legge per decidere quando chiamarlo.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Verificare l'idempotency: chiamate ripetute con la stessa idempotency_key non devono produrre duplicati.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2377440"/>
            <a:ext cx="7315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Aggiungere action_notify_owner_tool(ticket_id, owner, message, idempotency_key) con il decorator @tool.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tool simula l'invio di una notifica e restituisce {success, notified_at (ISO 8601), idempotency_key}.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Registrarlo in ACTION_TOOLS e ricostruire TOOL_MAP. Aggiornare ACTION_PROMPT per menzionare il nuovo tool.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5102352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Usare datetime.utcnow().isoformat() + "Z" per il timestamp; importare datetime se non già presente.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simulare l'idempotency, mantenere un set modulo-globale _notified_keys e restituire already_sent=True se la key è già presente.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 con: python supervisor.py manual "Notifica il team di INC-1002" --fast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Esercitazione Giorno 3 — Supervisor &amp; MCP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8800" dirty="0"/>
          </a:p>
        </p:txBody>
      </p:sp>
      <p:sp>
        <p:nvSpPr>
          <p:cNvPr id="4" name="Shape 2"/>
          <p:cNvSpPr/>
          <p:nvPr/>
        </p:nvSpPr>
        <p:spPr>
          <a:xfrm>
            <a:off x="10515600" y="502920"/>
            <a:ext cx="10058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502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50292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Nuovo tool MCP: list_open_tickets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0" y="2011680"/>
            <a:ext cx="18288" cy="40233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54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mcp_lab.py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SUGGERIMENTI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377440"/>
            <a:ext cx="3200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Praticare la pipeline completa di aggiunta di un tool MCP: handler → MCPToolSpec con inputSchema JSON Schema → registrazione in DOMAIN_TOOLS → aggiornamento dell'adapter.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Distinguere il contratto MCP (name / description / inputSchema) dall'implementazione del handler.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Capire come il modello usa il JSON Schema per costruire i parametri della tool call.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2377440"/>
            <a:ext cx="7315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Aggiungere _handler_list_open_tickets(priority_filter: str = "") che scorra SAMPLE_RECORDS e filtri per status != "Closed" e, opzionalmente, per priorità.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Definire MCPToolSpec con inputSchema che includa priority_filter come campo opzionale con enum: ["", "P1", "P2", "P3", "P4"].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Registrare il tool in DOMAIN_TOOLS e aggiornare KNOWLEDGE_PROMPT per menzionarlo. Risultato: {success, results: [...], error}.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5102352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l'import di SAMPLE_RECORDS fallisce, restituire {success: False, results: [], error: str(DAY2_IMPORT_ERROR)}.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Verificare con: python mcp_lab.py list-tools  (il nuovo tool deve apparire) e poi: python mcp_lab.py call list_open_tickets '{"priority_filter":"P1"}'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Confrontare list_open_tickets con kb_lookup_record_tool del supervisor: il primo è una lista, il secondo è un lookup puntuale.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Esercitazione Giorno 3 — Supervisor &amp; MCP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8800" dirty="0"/>
          </a:p>
        </p:txBody>
      </p:sp>
      <p:sp>
        <p:nvSpPr>
          <p:cNvPr id="4" name="Shape 2"/>
          <p:cNvSpPr/>
          <p:nvPr/>
        </p:nvSpPr>
        <p:spPr>
          <a:xfrm>
            <a:off x="10515600" y="502920"/>
            <a:ext cx="10058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502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50292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LoggingMCPAdapter: middleware di audit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0" y="2011680"/>
            <a:ext cx="18288" cy="40233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54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mcp_lab.py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SUGGERIMENTI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377440"/>
            <a:ext cx="3200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Applicare il pattern Decorator/Wrapper per aggiungere osservabilità (logging) senza modificare MCPAdapter.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Capire la separazione tra logica di dominio (handler) e logica trasversale (observability / audit trail).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Costruire un audit log strutturato che permetta di analizzare le chiamate MCP post-hoc.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2377440"/>
            <a:ext cx="7315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 LoggingMCPAdapter(MCPAdapter) che sovrascriva call_tool per: (1) registrare in self.call_log ogni chiamata con tool, args, timestamp_start, latency_ms, is_error; (2) delegare a super().call_tool().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Esporre get_call_log() -&gt; List[dict] e print_call_log() che stampi il log in formato compatto.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Aggiungere il sottocomando CLI audit che esegue una query in fast mode con LoggingMCPAdapter e stampa il call log al termine.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5102352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Calcolare la latenza con time.time() prima e dopo super().call_tool(); convertire in ms moltiplicando per 1000.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LoggingMCPAdapter deve essere un drop-in: run_agent_fast(query, adapter=LoggingMCPAdapter()) deve funzionare senza modifiche al corpo della funzione.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Confrontare il call log con state["trace"]: entrambi tracciano le chiamate, ma con granularità e scopo diversi.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Esercitazione Giorno 3 — Supervisor &amp; MCP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Sintesi della progressione didattica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698480" cy="438912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DIFFICOLTÀ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CONCETTO CHIAVE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STIMATO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TypedDict + Annotated reducer in LangGraph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Estendere il tool registry con minimo privilegio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completa di un nuovo tool MCP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mcp_lab.py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Decorator/Wrapper per observability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mcp_lab.py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1092</Words>
  <Application>Microsoft Macintosh PowerPoint</Application>
  <PresentationFormat>Widescreen</PresentationFormat>
  <Paragraphs>112</Paragraphs>
  <Slides>6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Esercizi Giorno 3 — Supervisor Multi-Agent &amp; MCP</dc:title>
  <dc:subject>PptxGenJS Presentation</dc:subject>
  <dc:creator>Workshop AI Agents</dc:creator>
  <cp:lastModifiedBy>Microsoft Office User</cp:lastModifiedBy>
  <cp:revision>2</cp:revision>
  <dcterms:created xsi:type="dcterms:W3CDTF">2026-05-13T00:24:00Z</dcterms:created>
  <dcterms:modified xsi:type="dcterms:W3CDTF">2026-05-13T10:13:27Z</dcterms:modified>
</cp:coreProperties>
</file>